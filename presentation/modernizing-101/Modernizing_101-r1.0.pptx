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101 — the ideas deck. It makes the conceptual case for modernizing a Django monolith into FastAPI services and explains the strangler-fig method that drives the migration, without going into async implementation detail; the full pattern set is the 201, and the async/FastAPI code deep dive is the 201-FastAPI. STUB: expand this script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Opens the why-modernize argument and introduces the strangler-fig method as the thing that makes changing a live system safe. Expand with the full arc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This slide opens the why-modernize case; fill in during the content-authoring wave with the advantage-framed argument sourced from the authored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181051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MODERNIZING ENTERPRISE APPLICATIONS (PYTHON) · 101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40680" y="2212848"/>
            <a:ext cx="6355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Django to FastAPI,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one seam at a time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486400" y="4251960"/>
            <a:ext cx="6217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case for modernizing a Django monolith into async FastAPI services, and the strangler-fig method that gets there without a rewrite.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835640" y="534924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r1.0</a:t>
            </a:r>
            <a:endParaRPr lang="en-US" sz="1100" dirty="0"/>
          </a:p>
        </p:txBody>
      </p:sp>
      <p:pic>
        <p:nvPicPr>
          <p:cNvPr id="7" name="Image 1" descr="./assets/logo-candidat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6217920"/>
            <a:ext cx="1417320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Why, and How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case for change, and the method that makes it safe.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WHY MODERNIZE · THE CASE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Modernize because change got expensive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STUB bullet — the monolith holds the business value; every change is coupled to everything else.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STUB bullet — the target is independent deployability, not a service count.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Red Hat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Modernizing Enterprise Applications (Python) — 101 (the ideas)</dc:title>
  <dc:subject>PptxGenJS Presentation</dc:subject>
  <dc:creator>Robert Sedor</dc:creator>
  <cp:lastModifiedBy>Robert Sedor</cp:lastModifiedBy>
  <cp:revision>1</cp:revision>
  <dcterms:created xsi:type="dcterms:W3CDTF">2026-10-17T14:31:32Z</dcterms:created>
  <dcterms:modified xsi:type="dcterms:W3CDTF">2026-10-17T14:31:32Z</dcterms:modified>
</cp:coreProperties>
</file>