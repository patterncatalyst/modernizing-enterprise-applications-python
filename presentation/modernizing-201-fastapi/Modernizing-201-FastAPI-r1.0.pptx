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201-FastAPI deep dive, for Python engineers who build the services. It is the code-deepest of the three decks: the async foundation, Pydantic v2 at the edges, messaging the async way, the chassis as convention plus OTel, and a together section that traces one request's full async path. Code slides come from real examples/ source. STUB: expand this script in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divider. Opens the async-foundation section: async SQLAlchemy 2.0/asyncpg sessions, the unit-of-work pattern, and writing the outbox record in the same transaction as the business change. Expand with the full section arc in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This slide introduces the outbox-write-in-transaction pattern with real code from examples/; fill in during the content-authoring wave sourced from the authored chapters (_docs/14-33).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cover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0" y="181051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MODERNIZING ENTERPRISE APPLICATIONS (PYTHON) · 201-FASTAPI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40680" y="2212848"/>
            <a:ext cx="6355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async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deep dive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0" y="4160520"/>
            <a:ext cx="6217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async stack underneath the patterns: SQLAlchemy 2.0/asyncpg, Pydantic v2, aiokafka and the outbox relay, grpc.aio, the chassis as convention, and OTel.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835640" y="5349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r1.0</a:t>
            </a:r>
            <a:endParaRPr lang="en-US" sz="1100" dirty="0"/>
          </a:p>
        </p:txBody>
      </p:sp>
      <p:pic>
        <p:nvPicPr>
          <p:cNvPr id="7" name="Image 1" descr="./assets/logo-candidat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217920"/>
            <a:ext cx="141732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section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33288" y="212140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705856" y="2596896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Async Foundation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733288" y="4160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D9D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SQLAlchemy 2.0, asyncpg, the unit of work, and the outbox write.</a:t>
            </a:r>
            <a:endParaRPr lang="en-US" sz="1600" dirty="0"/>
          </a:p>
        </p:txBody>
      </p:sp>
      <p:pic>
        <p:nvPicPr>
          <p:cNvPr id="6" name="Image 1" descr="./assets/redhat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6291072"/>
            <a:ext cx="1216152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ASYNC FOUNDATION · OUTBOX WRITE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Write the outbox row in the same transaction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9164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STUB bullet — an async SQLAlchemy 2.0 session commits the business row and the outbox row together, or neither.</a:t>
            </a:r>
            <a:endParaRPr lang="en-US" sz="170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STUB bullet — this is what makes the relay safe to crash and resume without losing or duplicating an event.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Red Hat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Modernizing Enterprise Applications (Python) — 201-FastAPI (the async deep dive)</dc:title>
  <dc:subject>PptxGenJS Presentation</dc:subject>
  <dc:creator>Robert Sedor</dc:creator>
  <cp:lastModifiedBy>Robert Sedor</cp:lastModifiedBy>
  <cp:revision>1</cp:revision>
  <dcterms:created xsi:type="dcterms:W3CDTF">2026-10-17T14:31:33Z</dcterms:created>
  <dcterms:modified xsi:type="dcterms:W3CDTF">2026-10-17T14:31:33Z</dcterms:modified>
</cp:coreProperties>
</file>