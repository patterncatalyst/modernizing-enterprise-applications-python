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 the patterns deck, for engineers and architects implementing a strangler-fig migration. It walks the full pattern set this project actually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book builds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isn't bad engineering — it's the believable common ancestor every real legacy system starts from.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the next 48 slides could otherwise read as 'decompose everything.' Six services came out of five documented smells, not a service-count plan — the pattern-language retrospective in section 10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book was built with, and the automated equivalence gate every cutover has to pass before a flag is allowed to flip. This project itself — ten build iterations, three ledger files —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book, and it's worth saying out loud: there's no live dev-mode reload loop as tight as Quarkus's for this stack, and no MCP server that already knows FastAPI/aiokafka the way quarkus-agent knows Quarkus. The gap is named in the chapter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ch.27 chassis chapter's own plan assumed pydantic-settings as the configuration mechanism —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 the point isn't that it's a big suite, it's that it never gets edited to make a cutover pass. test_ship_fail_sentinel is the one worth lingering on: it proves the whole checkout's transaction.atomic() rolls back, including the inventory reservation, leaving stock net-zero — the exact behavior ACID→ACD in section 06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 a fresh Django 5.2 LTS + DRF build, not a decomposed system with the extractions undone. Six deliberate smells, each tagged in the code, each cured by a specific later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 order/inventory/payment/shipping/notification/review map 1:1 onto the six services this book eventually extracts, in rising order of difficulty. The DATABASES block is the smell this deck's data section (06)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the rest of the main body keeps returning to: section 05 cures smell #5 (no ACL) and #6 (review tangled in auth), section 06 cures #1 and #4 (shared schema, synchronous send), section 07 cures #2 and #3 (god service, one ACID transaction). If time is short, this is the one slide worth not skipping —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in this book. The six bounded contexts aren't an architecture diagram handed down from above —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isn't arbitrary — it's the same vocabulary (OrderDto/OrderStatus/StockDto/Topics) carried through from the monolith's own Django apps into every extracted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10's pattern-language retrospective returns to this trap by name: a database split with no corresponding code split is strictly worse than the monolith it replaced, because it gives up atomic consistency and gets independent deployability back for nothing. Flag that connection now so it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actually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 there's no Python equivalent of a dedicated integration-routing framework, so this is a project-first implementation. Worth naming the chunked-body bug found during this build: the proxy forwarded the inbound body as an unread stream, so POSTs arrived at the Django/WSGI monolith empty — invisible to in-process mock-transport tests, caught only when Newman ran against a real socket. The fix: buffer the body so a correct Content-Length goes upstream. The lesson generalizes —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ACL instances this book actually built: ch.16's is a one-dimensional routing decision (pick a backend by path); ch.19's inventory.proto is the harder case, a wire contract kept distinct from both the monolith's and the service's own domain vocabulary, with a drift guard that fails the build the moment the checked-in .proto and the generated stubs disagree. Section 08 returns to that proto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 the five data-ownership moves that together cure smells #1 and #4 from section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pattern in the whole book, used and reused: it cures the dual-write hazard in the monolith's own checkout, then gets a second, more mature instance in payment-service's own outbox. A declined or failed checkout leaves zero outbox rows — proven by test,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 201-FastAPI owns that depth. The comment on this line names the failure mode directly: a crash between publish and stamp re-sends the same row. That's a deliberate at-least-once contract, and it's why every consumer of this event has to be idempotent on its own side —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book can show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cost out loud, in the open: that Isolation gap is real, not hand-waved. A PENDING order is a legitimate, visible state a reader can query before the saga resolves it — ACD names that window and gives it a state machine (section 07's sagas)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deliberate, not incidental — a project that only ever needed one style wouldn't have this chapter's teaching value. Payment's saga (next slide) has no box anywhere that knows the whole sequence; shipping's saga (the slide after)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back in section 06 —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actually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worth naming: gRPC earned exactly one seam (order→inventory reservation), not every seam —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 matching vocabularies on both sides would mean the ACL isn't earning its keep.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 payments, shipments, stock, reviews —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 eight near-identical files, not one shared dependency. Config (frozen @dataclass + from_env()) and logging sit at 7-8 of 8; /health and errors.py sit at 6 of 8, each gap tied to a stated structural reason, not an unexplained one. The deeper chassis code — DI wiring, structured logging setup —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 the other six get httpGet /health. That's the chassis scorecard from section 08 showing up directly in the deployment manifest, not glossed over with a uniform probe that would silently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deliberate, irreversible move in the whole project —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from section 09, re-homed onto OpenShift Local with Routes, SCCs, and OpenShift Service Mesh 3 instead of a plain NodePort and vanilla Istio. deploy/k8s, the app code, and the Containerfiles are unchanged — every OpenShift-specific concern is confined to openshift/ and this one appendix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section 07's orchestrator code slide —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actually has is distributed across existing mechanisms, not concentrated in one new named component — the only new mechanism this chapter added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not inferred from documentation — the actual HTTP status (400 RuleViolationException) is what's recorded, including a note that an earlier version of Apicurio returned 409 for the same kind of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deliberate change to a previously-stable response contract —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drift this project documents isn't a replayed anecdote from the Java sibling — it's independently re-derived from this project's own producer/consumer code, which turns out to have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gRPC code slide —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GraphQL code slide —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from section 06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choreography code slide — trace the three terminal outcomes (captured, declined, and the downstream shipping-failed refund hop) and notice that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orchestration code slide —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from section 06 —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06's outbox-relay code slide —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 Phase A/B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 proof the equivalence gate actually gates, not just a green checkmark that never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09's supply-chain code slide — note that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 this figure is the grid of which combinations were actually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 every directory name here is a real, independently runnable example with its own AGENTS.md and README —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 useful as a quick compatibility check before someone tries to reproduce a chapter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the section where each term was introduced — seam and ACL in section 04-05, outbox and ACD in section 06, saga and CQRS in sections 06-07, chassis in section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walks the full pattern set that gets there —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 and the automated check —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 the same division of labor across all ten build iterations behind this book.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chapters 18-19 unwind,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 six Django apps, one shared Postgres schema, the coupling every later chapter unwinds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deliberate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chapter and pattern that cures it — the shared schema to owned data (06), the single transaction to a saga (07), the synchronous call to an outbox (06).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actually happens in a checkout — order placed, stock reserved, payment captured, shipment dispatched, customer notified —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this book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strangler fig's four moves, in the order that matters: intercept, route, incrementally replace, retire —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outbox row, two independent consumer groups, one flag choosing who answers the read —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three data-ownership postures this project actually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CDC tails the Postgres write-ahead log for a one-time backfill plus a transition-window sync, then is retired on its own documented runbook —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 ACID → ACD: Atomicity, Consistency, and Durability survive for a smaller scope; Isolation is the one letter traded for a window the saga manages explicitly —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Choreography has no coordinator; orchestration has exactly one —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Three protocols, three different problems, used side by side in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health, logging, and tracing —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 The book-wide pattern scorecard, matching build-plan.md section C: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 atomic consistency —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 a circuit breaker, full event sourcing, a GitOps operator, Loki log aggregation, tracing across a Kafka saga hop —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patterns, end to end —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 SQLAlchemy 2.0 sessions, the outbox relay as an asyncio task, grpc.aio, Pydantic v2 at the edges —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A —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 The mea project on OpenShift Local: three SCC postures, two Routes as the only edge —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 STRICT mesh-wide, a PERMISSIVE carve-out at each Route, the Route itself the one unmeshed edge — OpenShift Service Mesh 3 parity with the minikube/Istio mesh in section 09.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B —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The contract change: a 202 is a promise, not a faster 201 — PAYMENT_MODE=synchronous's one round trip versus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 One query, five sources, no data owned locally: a downstream failure nulls one field and appends one errors[] entry —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Two outboxes, chained: order-service's outbox feeds payment-service's consumer, which writes its own outbox, consumed in turn —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One routing decision — a path-prefix predicate —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Delivery guarantees the relay actually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REVIEW, PHASE A VS. PHASE 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review service's two extraction phases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Phase A (a thin FastAPI shim over the Django ORM, documented but never shipped) versus Phase B (native async SQLAlchemy, no monolith import at all) —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cutover evidence trail: one unedited Newman suite, four runs —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gate —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 Two independent cutover flags as a 2x2 grid: the two corners this project actually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C —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in a figure from the published chapters —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in build-plan.md section C is the single source of truth this deck's scorecard slides draw from —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 (the patterns)</dc:title>
  <dc:subject>PptxGenJS Presentation</dc:subject>
  <dc:creator>Robert Sedor</dc:creator>
  <cp:lastModifiedBy>Robert Sedor</cp:lastModifiedBy>
  <cp:revision>1</cp:revision>
  <dcterms:created xsi:type="dcterms:W3CDTF">2026-10-23T16:23:32Z</dcterms:created>
  <dcterms:modified xsi:type="dcterms:W3CDTF">2026-10-23T16:23:32Z</dcterms:modified>
</cp:coreProperties>
</file>