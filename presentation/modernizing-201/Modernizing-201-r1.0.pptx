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201 — the patterns deck, for engineers and architects implementing the migration. It walks the full pattern set at just-enough-code depth; the deep async/FastAPI mechanics live in the 201-FastAPI companion. MAIN body is capped near 50 slides with overflow material (extended per-pattern variants, the OpenShift/CRC parity appendix) pushed into appendices. STUB: expand this script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divider. Opens with why-modernize and the ADLC equivalence-gate method that keeps the strangler migration safe at every seam. Expand with the full condensed arc (seams, data, coordination, contracts, operating)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speaker notes. This slide introduces the reference monolith and the domain-driven seam-finding method; fill in during the content-authoring wave sourced from the authored chapters (_docs/14-33).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STUB appendix divider. The OpenShift/CRC parity appendix (topology, image delivery, mesh mTLS edge) and the extended per-pattern figures that overflow the ~50-slide main body land here in the content-authoring wave.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cover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0" y="181051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MODERNIZING ENTERPRISE APPLICATIONS (PYTHON) · 201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40680" y="2212848"/>
            <a:ext cx="6355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patterns,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end to end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486400" y="4251960"/>
            <a:ext cx="62179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A5A5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full technical pattern set behind the Django-to-FastAPI migration: seams, data ownership, coordination, contracts, and operating the result.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835640" y="534924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Red Hat Mono" pitchFamily="34" charset="0"/>
                <a:ea typeface="Red Hat Mono" pitchFamily="34" charset="-122"/>
                <a:cs typeface="Red Hat Mono" pitchFamily="34" charset="-120"/>
              </a:rPr>
              <a:t>r1.0</a:t>
            </a:r>
            <a:endParaRPr lang="en-US" sz="1100" dirty="0"/>
          </a:p>
        </p:txBody>
      </p:sp>
      <p:pic>
        <p:nvPicPr>
          <p:cNvPr id="7" name="Image 1" descr="./assets/logo-candidat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6217920"/>
            <a:ext cx="1417320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secti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3288" y="21214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705856" y="2596896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Why Modernize, and the ADLC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733288" y="4160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D9D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case for change, and the lifecycle that makes it safe.</a:t>
            </a:r>
            <a:endParaRPr lang="en-US" sz="1600" dirty="0"/>
          </a:p>
        </p:txBody>
      </p:sp>
      <p:pic>
        <p:nvPicPr>
          <p:cNvPr id="6" name="Image 1" descr="./assets/redhat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6291072"/>
            <a:ext cx="1216152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36422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</a:t>
            </a:r>
            <a:endParaRPr lang="en-US" sz="1000" dirty="0"/>
          </a:p>
        </p:txBody>
      </p:sp>
      <p:pic>
        <p:nvPicPr>
          <p:cNvPr id="3" name="Image 0" descr="./assets/logo-candidat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55080"/>
            <a:ext cx="1033272" cy="246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E0000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THE REFERENCE MONOLITH · SMELLS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676656"/>
            <a:ext cx="1105509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51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Where the seams hide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66928" y="1691640"/>
            <a:ext cx="11055096" cy="4434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STUB bullet — the reference Django monolith and the smells that mark a seam (shared tables, chatty calls, mixed responsibilities).</a:t>
            </a:r>
            <a:endParaRPr lang="en-US" sz="1700" dirty="0"/>
          </a:p>
          <a:p>
            <a:pPr algn="l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242424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STUB bullet — DDD bounded contexts are how we name a seam before we cut it.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assets/section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33288" y="212140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705856" y="2596896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Appendix — OpenShift/CRC Parity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5733288" y="41605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D9D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Keep this open in another window.</a:t>
            </a:r>
            <a:endParaRPr lang="en-US" sz="1600" dirty="0"/>
          </a:p>
        </p:txBody>
      </p:sp>
      <p:pic>
        <p:nvPicPr>
          <p:cNvPr id="6" name="Image 1" descr="./assets/redhat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2448" y="6291072"/>
            <a:ext cx="1216152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Red 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Modernizing Enterprise Applications (Python) — 201 (the patterns)</dc:title>
  <dc:subject>PptxGenJS Presentation</dc:subject>
  <dc:creator>Robert Sedor</dc:creator>
  <cp:lastModifiedBy>Robert Sedor</cp:lastModifiedBy>
  <cp:revision>1</cp:revision>
  <dcterms:created xsi:type="dcterms:W3CDTF">2026-10-17T14:31:33Z</dcterms:created>
  <dcterms:modified xsi:type="dcterms:W3CDTF">2026-10-17T14:31:33Z</dcterms:modified>
</cp:coreProperties>
</file>